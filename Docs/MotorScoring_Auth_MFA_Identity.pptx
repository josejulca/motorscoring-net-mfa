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F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051D42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2F67">
              <a:alpha val="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331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974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Autenticación, MFA y Arquitectura de Identity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77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local, Google, GitHub y MFA/TOTP sobre un nuevo servicio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MotorScoring.Identity, con impacto en el Api y en el Web.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493776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051D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49377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19072" y="4937760"/>
            <a:ext cx="923544" cy="384048"/>
          </a:xfrm>
          <a:prstGeom prst="roundRect">
            <a:avLst>
              <a:gd name="adj" fmla="val 19048"/>
            </a:avLst>
          </a:prstGeom>
          <a:solidFill>
            <a:srgbClr val="051D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9072" y="4937760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07208" y="4937760"/>
            <a:ext cx="923544" cy="384048"/>
          </a:xfrm>
          <a:prstGeom prst="roundRect">
            <a:avLst>
              <a:gd name="adj" fmla="val 19048"/>
            </a:avLst>
          </a:prstGeom>
          <a:solidFill>
            <a:srgbClr val="051D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807208" y="4937760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95344" y="4937760"/>
            <a:ext cx="1124712" cy="384048"/>
          </a:xfrm>
          <a:prstGeom prst="roundRect">
            <a:avLst>
              <a:gd name="adj" fmla="val 19048"/>
            </a:avLst>
          </a:prstGeom>
          <a:solidFill>
            <a:srgbClr val="051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95344" y="493776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MFA/TOTP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84648" y="4937760"/>
            <a:ext cx="621792" cy="384048"/>
          </a:xfrm>
          <a:prstGeom prst="roundRect">
            <a:avLst>
              <a:gd name="adj" fmla="val 19048"/>
            </a:avLst>
          </a:prstGeom>
          <a:solidFill>
            <a:srgbClr val="051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84648" y="4937760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71032" y="4937760"/>
            <a:ext cx="1929384" cy="384048"/>
          </a:xfrm>
          <a:prstGeom prst="roundRect">
            <a:avLst>
              <a:gd name="adj" fmla="val 19048"/>
            </a:avLst>
          </a:prstGeom>
          <a:solidFill>
            <a:srgbClr val="051D4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71032" y="4937760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Permisos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5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· Curso de Arquitectura de Software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incorporó a la solución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7784" y="1609344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57784" y="16093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819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general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928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Identity y Api como tres servicios independientes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" y="2542032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7784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MotorScoring.Identity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254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servicio hexagonal dedicado a identidad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7784" y="3474720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7784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472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local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7581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y contraseña, con lockout y password hash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" y="4407408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" y="4407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3799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social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9087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(OIDC) y GitHub (OAuth2 puro)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7784" y="5340096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7784" y="5340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31266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/ TOTP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6235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Activación opcional por usuario, QR y recovery codes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9904" y="1609344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9904" y="16093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15819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y Refresh Tokens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18928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Emisión, rotación y revocación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9904" y="2542032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9904" y="25420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permisos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28254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vs. autorización (401 vs 403)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89904" y="3474720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089904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34472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en el Api de Scoring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37581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JWT y políticas por permiso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89904" y="4407408"/>
            <a:ext cx="566928" cy="566928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89904" y="4407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43799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en el Web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766560" y="469087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de sesión, pantallas de login/MFA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completo, de un vistazo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68971" y="1344168"/>
            <a:ext cx="9651011" cy="5495544"/>
          </a:xfrm>
          <a:prstGeom prst="roundRect">
            <a:avLst>
              <a:gd name="adj" fmla="val 149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5" name="Image 0" descr="/home/claude/deck/arquitectura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123" y="1417320"/>
            <a:ext cx="9504707" cy="5349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servicios independientes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035040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49933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60829"/>
            <a:ext cx="5760720" cy="270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566160" y="2395728"/>
            <a:ext cx="0" cy="411480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834640"/>
            <a:ext cx="6035040" cy="777240"/>
          </a:xfrm>
          <a:prstGeom prst="roundRect">
            <a:avLst>
              <a:gd name="adj" fmla="val 10588"/>
            </a:avLst>
          </a:prstGeom>
          <a:solidFill>
            <a:srgbClr val="082F67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13507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MotorScoring.Web  ·  :8081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42691"/>
            <a:ext cx="5760720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— solo UI, cookie de sesión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38451" y="3639312"/>
            <a:ext cx="0" cy="411480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93869" y="3639312"/>
            <a:ext cx="0" cy="411480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4078224"/>
            <a:ext cx="2776118" cy="777240"/>
          </a:xfrm>
          <a:prstGeom prst="roundRect">
            <a:avLst>
              <a:gd name="adj" fmla="val 10588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157091"/>
            <a:ext cx="25017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MotorScoring.Identity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486275"/>
            <a:ext cx="2501798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:8082 · Hexagonal + ASP.NET Identity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807562" y="4078224"/>
            <a:ext cx="2776118" cy="777240"/>
          </a:xfrm>
          <a:prstGeom prst="roundRect">
            <a:avLst>
              <a:gd name="adj" fmla="val 10588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44722" y="4157091"/>
            <a:ext cx="25017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MotorScoring.Api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944722" y="4486275"/>
            <a:ext cx="2501798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 · Hexagonal — Motor de Scoring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4758" y="4466844"/>
            <a:ext cx="482803" cy="0"/>
          </a:xfrm>
          <a:prstGeom prst="line">
            <a:avLst/>
          </a:prstGeom>
          <a:noFill/>
          <a:ln w="27940">
            <a:solidFill>
              <a:srgbClr val="00C2A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62656" y="4864608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936699" y="4855464"/>
            <a:ext cx="0" cy="411480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195621" y="4855464"/>
            <a:ext cx="0" cy="411480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5285232"/>
            <a:ext cx="2776118" cy="594360"/>
          </a:xfrm>
          <a:prstGeom prst="roundRect">
            <a:avLst>
              <a:gd name="adj" fmla="val 13846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332095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606415"/>
            <a:ext cx="2501798" cy="227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MotorScoringIdentity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807562" y="5285232"/>
            <a:ext cx="2776118" cy="594360"/>
          </a:xfrm>
          <a:prstGeom prst="roundRect">
            <a:avLst>
              <a:gd name="adj" fmla="val 13846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4722" y="5332095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944722" y="5606415"/>
            <a:ext cx="2501798" cy="227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903720" y="1691640"/>
            <a:ext cx="4754880" cy="384048"/>
          </a:xfrm>
          <a:prstGeom prst="roundRect">
            <a:avLst>
              <a:gd name="adj" fmla="val 19048"/>
            </a:avLst>
          </a:prstGeom>
          <a:solidFill>
            <a:srgbClr val="00C2A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0" y="16916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de separar Identity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03720" y="2121408"/>
            <a:ext cx="47548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086600" y="2240280"/>
            <a:ext cx="4389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Web y el Api de Scoring no conocen contraseñas ni proveedores externos.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centraliza roles, permisos, MFA y tokens.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puede evolucionar (nuevos proveedores, políticas) sin tocar el Api.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903720" y="3977640"/>
            <a:ext cx="475488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40880" y="39776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/ trade-offs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903720" y="4407408"/>
            <a:ext cx="47548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4526280"/>
            <a:ext cx="4389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servicio adicional que desplegar, versionar y monitorear.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/ Audience / SigningKey deben coincidir exactamente entre Identity y el Api.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extra: el Web depende de Identity para cada login y refresh.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SERVICIO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MotorScoring.Identity — Arquitectura Hexagonal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00800" cy="566928"/>
          </a:xfrm>
          <a:prstGeom prst="roundRect">
            <a:avLst>
              <a:gd name="adj" fmla="val 14516"/>
            </a:avLst>
          </a:prstGeom>
          <a:solidFill>
            <a:srgbClr val="082F67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612648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Adapters.Inbound.Api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00707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AuthController · UsersController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749040" y="2286000"/>
            <a:ext cx="0" cy="292608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606040"/>
            <a:ext cx="6400800" cy="566928"/>
          </a:xfrm>
          <a:prstGeom prst="roundRect">
            <a:avLst>
              <a:gd name="adj" fmla="val 14516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651760"/>
            <a:ext cx="612648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915107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uso: AuthUseCase · UserAdministrationUseCase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749040" y="3200400"/>
            <a:ext cx="0" cy="292608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520440"/>
            <a:ext cx="6400800" cy="566928"/>
          </a:xfrm>
          <a:prstGeom prst="roundRect">
            <a:avLst>
              <a:gd name="adj" fmla="val 14516"/>
            </a:avLst>
          </a:prstGeom>
          <a:solidFill>
            <a:srgbClr val="5B8FE0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66160"/>
            <a:ext cx="612648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829507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AF1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UserAccount · UserSummary · SecurityConstants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49040" y="4114800"/>
            <a:ext cx="0" cy="292608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434840"/>
            <a:ext cx="6400800" cy="640080"/>
          </a:xfrm>
          <a:prstGeom prst="roundRect">
            <a:avLst>
              <a:gd name="adj" fmla="val 12857"/>
            </a:avLst>
          </a:prstGeom>
          <a:solidFill>
            <a:srgbClr val="082F67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48741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Adapters.Outbound.Identity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780026"/>
            <a:ext cx="6126480" cy="249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Identity · EF Core · SQL Server · JWT · Google/GitHub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303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MotorScoring.Identity.Api = Composition Root (Program.cs, Seeder, Swagger, Health Check)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269480" y="1691640"/>
            <a:ext cx="438912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 conservada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269480" y="2121408"/>
            <a:ext cx="4389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52360" y="22402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Mismas rutas /api/auth y /api/users.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puerto :8082 y mismo Dockerfile.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Mismos modelos JSON de entrada/salida.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69480" y="3675888"/>
            <a:ext cx="4389120" cy="384048"/>
          </a:xfrm>
          <a:prstGeom prst="roundRect">
            <a:avLst>
              <a:gd name="adj" fmla="val 19048"/>
            </a:avLst>
          </a:prstGeom>
          <a:solidFill>
            <a:srgbClr val="0A58C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06640" y="36758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 nuevas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69480" y="4105656"/>
            <a:ext cx="4389120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52360" y="4224528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locales y password hash.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Google y GitHub, con vinculación de logins externos.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claims y permisos.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MFA/TOTP y recovery codes.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Emisión, refresco y revocación de JWT.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LOCAL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Correo y contraseña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17220" y="1906524"/>
            <a:ext cx="502920" cy="502920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17220" y="19065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4440" y="1828800"/>
            <a:ext cx="10378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18288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/api/auth/login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828800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envía email + password a Identity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8680" y="2505456"/>
            <a:ext cx="0" cy="9144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17220" y="2692908"/>
            <a:ext cx="502920" cy="502920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" y="26929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4440" y="2615184"/>
            <a:ext cx="10378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61518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usuario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615184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email en AspNetUsers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" y="3291840"/>
            <a:ext cx="0" cy="9144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" y="3479292"/>
            <a:ext cx="502920" cy="502920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" y="3479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34440" y="3401568"/>
            <a:ext cx="10378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7320" y="340156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¿Cuenta bloqueada?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3401568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tras 5 intentos fallidos → 15 min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68680" y="4078224"/>
            <a:ext cx="0" cy="9144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17220" y="4265676"/>
            <a:ext cx="502920" cy="502920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7220" y="42656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234440" y="4187952"/>
            <a:ext cx="10378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418795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password hash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418795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→ AccessFailedAsync → 401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68680" y="4864608"/>
            <a:ext cx="0" cy="9144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17220" y="5052060"/>
            <a:ext cx="502920" cy="502920"/>
          </a:xfrm>
          <a:prstGeom prst="ellipse">
            <a:avLst/>
          </a:prstGeom>
          <a:solidFill>
            <a:srgbClr val="0A58C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7220" y="5052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234440" y="4974336"/>
            <a:ext cx="10378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17320" y="497433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¿MFA habilitado?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4974336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Sí: MfaChallengeToken · No: emitir tokens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68680" y="5650992"/>
            <a:ext cx="0" cy="9144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17220" y="5838444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17220" y="58384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234440" y="5760720"/>
            <a:ext cx="10378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417320" y="576072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Token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394960" y="5760720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guarda la sesión (cookie)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59282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contraseña: mínimo 10 caracteres, con dígito, mayúscula, minúscula y símbolo.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SOCIAL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y GitHub como proveedores externos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0A58C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·  OIDC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AddGoogle sobre el esquema externo de Identity.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recibe el id_token / claims estándar directamente.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llamadas adicionales para obtener el email.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169164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·  OAuth2 puro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331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no habla OIDC: se registra con AddOAuth manual.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el token, Identity llama GET api.github.com/user.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email viene privado, se hace una 2ª llamada a /user/emails y se toma el primary + verified.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498348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Identity abstrae por igual para ambos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44068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" y="5669280"/>
            <a:ext cx="457200" cy="457200"/>
          </a:xfrm>
          <a:prstGeom prst="ellipse">
            <a:avLst/>
          </a:prstGeom>
          <a:solidFill>
            <a:srgbClr val="082F6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5641848"/>
            <a:ext cx="295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 único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92752" y="5669280"/>
            <a:ext cx="457200" cy="457200"/>
          </a:xfrm>
          <a:prstGeom prst="ellipse">
            <a:avLst/>
          </a:prstGeom>
          <a:solidFill>
            <a:srgbClr val="082F6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92752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032248" y="5641848"/>
            <a:ext cx="295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Vinculación por email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5112" y="5669280"/>
            <a:ext cx="457200" cy="457200"/>
          </a:xfrm>
          <a:prstGeom prst="ellipse">
            <a:avLst/>
          </a:prstGeom>
          <a:solidFill>
            <a:srgbClr val="082F6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5112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674608" y="5641848"/>
            <a:ext cx="295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LoginResponse hacia el Web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EXTERNO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intercambio y vinculación de cuentas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309360" cy="512064"/>
          </a:xfrm>
          <a:prstGeom prst="roundRect">
            <a:avLst>
              <a:gd name="adj" fmla="val 16071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/api/auth/external/{provider}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3703320" y="2267712"/>
            <a:ext cx="0" cy="18288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2450592"/>
            <a:ext cx="6309360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50592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OAuth (cookie externa, 10 min)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2980944"/>
            <a:ext cx="0" cy="18288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3163824"/>
            <a:ext cx="6309360" cy="512064"/>
          </a:xfrm>
          <a:prstGeom prst="roundRect">
            <a:avLst>
              <a:gd name="adj" fmla="val 16071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63824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Callback: crea o vincula el AspNetUser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3703320" y="3694176"/>
            <a:ext cx="0" cy="18288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877056"/>
            <a:ext cx="6309360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77056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intercambio (JWT, 2 min, purpose=external_exchange)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3703320" y="4407408"/>
            <a:ext cx="0" cy="18288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590288"/>
            <a:ext cx="6309360" cy="512064"/>
          </a:xfrm>
          <a:prstGeom prst="roundRect">
            <a:avLst>
              <a:gd name="adj" fmla="val 16071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90288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a Web con ?code=...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3703320" y="5120640"/>
            <a:ext cx="0" cy="182880"/>
          </a:xfrm>
          <a:prstGeom prst="line">
            <a:avLst/>
          </a:prstGeom>
          <a:noFill/>
          <a:ln w="2032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5303520"/>
            <a:ext cx="6309360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530352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/api/auth/external/exchange → tokens (o MFA)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178040" y="1737360"/>
            <a:ext cx="448056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0" y="1737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usuario, dos proveedores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78040" y="2194560"/>
            <a:ext cx="4480560" cy="35204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43800" y="2423160"/>
            <a:ext cx="3749040" cy="502920"/>
          </a:xfrm>
          <a:prstGeom prst="roundRect">
            <a:avLst>
              <a:gd name="adj" fmla="val 16364"/>
            </a:avLst>
          </a:prstGeom>
          <a:solidFill>
            <a:srgbClr val="082F67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0" y="24688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usuario@gmail.com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0" y="270662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AspNetUsers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432597" y="2971800"/>
            <a:ext cx="0" cy="320040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404043" y="2971800"/>
            <a:ext cx="0" cy="320040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543800" y="3337560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80960" y="3337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Google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464040" y="3337560"/>
            <a:ext cx="1828800" cy="457200"/>
          </a:xfrm>
          <a:prstGeom prst="roundRect">
            <a:avLst>
              <a:gd name="adj" fmla="val 18000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01200" y="3337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GitHub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418320" y="3840480"/>
            <a:ext cx="0" cy="274320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43800" y="4160520"/>
            <a:ext cx="3749040" cy="640080"/>
          </a:xfrm>
          <a:prstGeom prst="roundRect">
            <a:avLst>
              <a:gd name="adj" fmla="val 12857"/>
            </a:avLst>
          </a:prstGeom>
          <a:solidFill>
            <a:srgbClr val="00C2A8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680960" y="421309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Permisos · MFA · Recovery Codes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680960" y="4505706"/>
            <a:ext cx="3474720" cy="249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A4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Compartidos entre ambos métodos de acceso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452360" y="49377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Validado: activar MFA con Google exige el código también al entrar luego con GitHub.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OPCIONAL POR USUARIO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Configuración TOTP y desafío en el login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(MfaSetup)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34924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/api/auth/mfa/setup genera (o reutiliza) la clave TOTP.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Web construye el QR en el servidor con QRCoder — la URI otpauth:// nunca se muestra.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secreta (SharedKey) queda oculta; solo aparece como alternativa manual.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/api/auth/mfa/enable valida el primer código y activa TwoFactorEnabled.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activarse, Identity entrega 8 recovery codes de un solo uso.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/api/auth/mfa/disable desactiva MFA y resetea la clave del autenticador.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169164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 en el login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34924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331720"/>
            <a:ext cx="4800600" cy="502920"/>
          </a:xfrm>
          <a:prstGeom prst="roundRect">
            <a:avLst>
              <a:gd name="adj" fmla="val 16364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23317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local / Google / GitHub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38260" y="2852928"/>
            <a:ext cx="0" cy="256032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37960" y="3127248"/>
            <a:ext cx="4800600" cy="548640"/>
          </a:xfrm>
          <a:prstGeom prst="roundRect">
            <a:avLst>
              <a:gd name="adj" fmla="val 15000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3172968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TwoFactorEnabled = true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42900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MfaChallengeToken (JWT, 5 min, purpose=mfa)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38260" y="3694176"/>
            <a:ext cx="0" cy="256032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537960" y="3977640"/>
            <a:ext cx="2354580" cy="384048"/>
          </a:xfrm>
          <a:prstGeom prst="roundRect">
            <a:avLst>
              <a:gd name="adj" fmla="val 19048"/>
            </a:avLst>
          </a:prstGeom>
          <a:solidFill>
            <a:srgbClr val="00C2A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37960" y="397764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/mfa/verify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83980" y="3977640"/>
            <a:ext cx="2354580" cy="384048"/>
          </a:xfrm>
          <a:prstGeom prst="roundRect">
            <a:avLst>
              <a:gd name="adj" fmla="val 19048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83980" y="397764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/mfa/recovery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38260" y="4379976"/>
            <a:ext cx="0" cy="256032"/>
          </a:xfrm>
          <a:prstGeom prst="line">
            <a:avLst/>
          </a:prstGeom>
          <a:noFill/>
          <a:ln w="25400">
            <a:solidFill>
              <a:srgbClr val="5B8FE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37960" y="4654296"/>
            <a:ext cx="4800600" cy="502920"/>
          </a:xfrm>
          <a:prstGeom prst="roundRect">
            <a:avLst>
              <a:gd name="adj" fmla="val 16364"/>
            </a:avLst>
          </a:prstGeom>
          <a:solidFill>
            <a:srgbClr val="082F67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4700016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Token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937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C6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completa el login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JWT, Refresh Tokens y tokens de propósito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 (JWT)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13432"/>
            <a:ext cx="3154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Firmado HMAC-SHA256.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Claims: sub, email, jti, mfa, roles, permission.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 por defecto: 60 minutos (Jwt:AccessTokenMinutes).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Issuer/Audience/Key deben coincidir con el Api de Scoring.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0A58C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1691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313432"/>
            <a:ext cx="3154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aleatorio de 64 bytes (no es un JWT).</a:t>
            </a:r>
            <a:endParaRPr lang="en-US" sz="11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persiste hasheado (SHA-256) en RefreshTokens.</a:t>
            </a:r>
            <a:endParaRPr lang="en-US" sz="11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 por defecto: 7 días (Jwt:RefreshTokenDays).</a:t>
            </a:r>
            <a:endParaRPr lang="en-US" sz="11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Rotación encadenada: cada uso revoca el anterior (ReplacedByTokenHash).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691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 propósito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13432"/>
            <a:ext cx="3154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MfaChallengeToken: JWT de 5 min, purpose=mfa.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ExternalExchangeCode: JWT de 2 min, purpose=external_exchange.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clave de firma, pero no sirven como access token.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384048"/>
          </a:xfrm>
          <a:prstGeom prst="roundRect">
            <a:avLst>
              <a:gd name="adj" fmla="val 19048"/>
            </a:avLst>
          </a:prstGeom>
          <a:solidFill>
            <a:srgbClr val="00C2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983480"/>
            <a:ext cx="10835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Revocación en logout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440680"/>
            <a:ext cx="11109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40680"/>
            <a:ext cx="10561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/account/Logout (Web)  →  POST /api/auth/revoke (Identity)  →  RefreshTokens.RevokedAt  →  SignOut de la cookie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Roles, permisos y la diferencia 401 / 403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permisos (Identity)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77440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Roles: Administrador y Analista.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(claims): Scoring.Solicitud.Crear y Scoring.Evaluacion.Ejecutar.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ambos roles reciben ambos permisos en el seed.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real: /api/users exige explícitamente rol Administrador.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480560"/>
            <a:ext cx="5349240" cy="502920"/>
          </a:xfrm>
          <a:prstGeom prst="roundRect">
            <a:avLst>
              <a:gd name="adj" fmla="val 14545"/>
            </a:avLst>
          </a:prstGeom>
          <a:solidFill>
            <a:srgbClr val="082F6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44805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/api/users  →  requiere rol Administrador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0A58C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73736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vs 403 en el Api de Scoring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219456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37960" y="2359152"/>
            <a:ext cx="4800600" cy="566928"/>
          </a:xfrm>
          <a:prstGeom prst="roundRect">
            <a:avLst>
              <a:gd name="adj" fmla="val 14516"/>
            </a:avLst>
          </a:prstGeom>
          <a:solidFill>
            <a:srgbClr val="E8A33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2404872"/>
            <a:ext cx="452628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Unauthorized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668219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4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ausente, inválido o expirado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37960" y="3035808"/>
            <a:ext cx="4800600" cy="566928"/>
          </a:xfrm>
          <a:prstGeom prst="roundRect">
            <a:avLst>
              <a:gd name="adj" fmla="val 14516"/>
            </a:avLst>
          </a:prstGeom>
          <a:solidFill>
            <a:srgbClr val="E97452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3081528"/>
            <a:ext cx="452628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Forbidden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344875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válido, sin el permiso requerido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63640" y="4480560"/>
            <a:ext cx="5349240" cy="502920"/>
          </a:xfrm>
          <a:prstGeom prst="roundRect">
            <a:avLst>
              <a:gd name="adj" fmla="val 14545"/>
            </a:avLst>
          </a:prstGeom>
          <a:solidFill>
            <a:srgbClr val="082F6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63640" y="44805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exitoso sin rol asignado  →  403 al registrar o evaluar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EL API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MotorScoring.Hexagonal.Net8 ahora valida JWT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54864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Bearer &lt;JWT&gt;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66160" y="2304288"/>
            <a:ext cx="0" cy="274320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2596896"/>
            <a:ext cx="6035040" cy="548640"/>
          </a:xfrm>
          <a:prstGeom prst="roundRect">
            <a:avLst>
              <a:gd name="adj" fmla="val 15000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JwtBearer valida firma, issuer, audience y expiración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566160" y="3163824"/>
            <a:ext cx="0" cy="274320"/>
          </a:xfrm>
          <a:prstGeom prst="line">
            <a:avLst/>
          </a:prstGeom>
          <a:noFill/>
          <a:ln w="25400">
            <a:solidFill>
              <a:srgbClr val="0A58C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3456432"/>
            <a:ext cx="6035040" cy="548640"/>
          </a:xfrm>
          <a:prstGeom prst="roundRect">
            <a:avLst>
              <a:gd name="adj" fmla="val 15000"/>
            </a:avLst>
          </a:prstGeom>
          <a:solidFill>
            <a:srgbClr val="0A58C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45643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por endpoint  →  RequireClaim("permission", ...)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238451" y="4023360"/>
            <a:ext cx="0" cy="274320"/>
          </a:xfrm>
          <a:prstGeom prst="line">
            <a:avLst/>
          </a:prstGeom>
          <a:noFill/>
          <a:ln w="25400">
            <a:solidFill>
              <a:srgbClr val="00C2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93869" y="4023360"/>
            <a:ext cx="0" cy="274320"/>
          </a:xfrm>
          <a:prstGeom prst="line">
            <a:avLst/>
          </a:prstGeom>
          <a:noFill/>
          <a:ln w="25400">
            <a:solidFill>
              <a:srgbClr val="E9745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4315968"/>
            <a:ext cx="2776118" cy="502920"/>
          </a:xfrm>
          <a:prstGeom prst="roundRect">
            <a:avLst>
              <a:gd name="adj" fmla="val 16364"/>
            </a:avLst>
          </a:prstGeom>
          <a:solidFill>
            <a:srgbClr val="00C2A8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361688"/>
            <a:ext cx="25017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Permitido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599432"/>
            <a:ext cx="25017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4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/ 201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07562" y="4315968"/>
            <a:ext cx="2776118" cy="502920"/>
          </a:xfrm>
          <a:prstGeom prst="roundRect">
            <a:avLst>
              <a:gd name="adj" fmla="val 16364"/>
            </a:avLst>
          </a:prstGeom>
          <a:solidFill>
            <a:srgbClr val="E97452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4722" y="4361688"/>
            <a:ext cx="25017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Forbidden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44722" y="4599432"/>
            <a:ext cx="25017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permiso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Api no valida contraseñas ni conoce Google/GitHub — solo confía en el JWT firmado por Identity.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03720" y="1737360"/>
            <a:ext cx="475488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040880" y="17373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por endpoint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03720" y="2167128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0" y="2304288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42"/>
                </a:solidFill>
              </a:rPr>
              <a:t>POST /api/v1/solicitudes-credito
</a:t>
            </a: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0A58CA"/>
                </a:solidFill>
              </a:rPr>
              <a:t>→ Policy: Scoring.Solicitud.Crear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51D42"/>
                </a:solidFill>
              </a:rPr>
              <a:t>POST /api/v1/solicitudes-credito/{id}/evaluar
</a:t>
            </a: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0A58CA"/>
                </a:solidFill>
              </a:rPr>
              <a:t>→ Policy: Scoring.Evaluacion.Ejecutar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903720" y="3749040"/>
            <a:ext cx="475488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40880" y="37490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añadida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903720" y="4178808"/>
            <a:ext cx="475488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0" y="4315968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Jwt:Issuer, Jwt:Audience, Jwt:SigningKey (idénticos a Identity).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AddAuthentication + AddJwtBearer en Program.cs.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/health se mantiene sin autenticación.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5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EL WEB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MotorScoring.Web incorpora toda la experiencia de login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Nuevo: AccountController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13432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local y ExternalLogin/ExternalCallback.</a:t>
            </a:r>
            <a:endParaRPr lang="en-US" sz="1150" dirty="0"/>
          </a:p>
          <a:p>
            <a:pPr marL="177800" indent="-177800">
              <a:spcAft>
                <a:spcPts val="11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y RecoveryCode (desafío post-login).</a:t>
            </a:r>
            <a:endParaRPr lang="en-US" sz="1150" dirty="0"/>
          </a:p>
          <a:p>
            <a:pPr marL="177800" indent="-177800">
              <a:spcAft>
                <a:spcPts val="11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MfaSetup: arma el QR y muestra recovery codes.</a:t>
            </a:r>
            <a:endParaRPr lang="en-US" sz="1150" dirty="0"/>
          </a:p>
          <a:p>
            <a:pPr marL="177800" indent="-177800">
              <a:spcAft>
                <a:spcPts val="11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Logout: revoca el refresh token en Identity y cierra la cookie.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0A58C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1691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servicios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313432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IdentityApiService: HttpClient hacia Identity (login, mfa, refresh, external).</a:t>
            </a:r>
            <a:endParaRPr lang="en-US" sz="11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TokenSessionService: guarda y renueva el access token de la sesión.</a:t>
            </a:r>
            <a:endParaRPr lang="en-US" sz="11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QrCodeService: genera el QR en el servidor (QRCoder), sin exponer la URI otpauth.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082F6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691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y seguridad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13432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por cookie (MotorScoring.Web.Auth), no sesión de servidor.</a:t>
            </a:r>
            <a:endParaRPr lang="en-US" sz="11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SolicitudCreditoApiService agrega el Bearer JWT en cada llamada al Api.</a:t>
            </a:r>
            <a:endParaRPr lang="en-US" sz="11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del Api → sesión inválida; 403 → falta de permiso.</a:t>
            </a:r>
            <a:endParaRPr lang="en-US" sz="1100" dirty="0"/>
          </a:p>
          <a:p>
            <a:pPr marL="177800" indent="-1778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Identity:BaseUrl (interno) vs. PublicBaseUrl (navegador) para el login externo.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00C2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16636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Web nunca ve una contraseña ni un secreto TOTP en texto plano — todo pasa por Identity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2F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51D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Validado de punta a punta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02336" cy="402336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local, Google y GitHub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402336" cy="402336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con los tres métodos de login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402336" cy="402336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679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y GitHub sobre el mismo usuario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697480"/>
            <a:ext cx="402336" cy="402336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679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hacia MotorScoring.Api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402336" cy="402336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por permisos (403 sin rol)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17920" y="3474720"/>
            <a:ext cx="402336" cy="402336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1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evaluar solicitud end-to-end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 sugerido: administración de usuarios/roles desde el Web y observabilidad de Identity.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2026-09-14T07:44:38Z</dcterms:created>
  <dcterms:modified xsi:type="dcterms:W3CDTF">2026-09-14T07:44:38Z</dcterms:modified>
</cp:coreProperties>
</file>